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4.jpg"/><Relationship Id="rId5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7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Forense y Respuesta a Incidentes de Ciberseguridad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86375" y="3972230"/>
            <a:ext cx="731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Proyecto Final - Bootcamp Ciberseguridad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415750" y="4921025"/>
            <a:ext cx="43125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Informe presentado por: Victor Bravo Moreno</a:t>
            </a:r>
            <a:endParaRPr b="0" i="0" sz="1600" u="none" cap="none" strike="noStrike">
              <a:solidFill>
                <a:srgbClr val="C8C8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Fecha: 18/02/2025</a:t>
            </a:r>
            <a:endParaRPr b="0" i="0" sz="1600" u="none" cap="none" strike="noStrike">
              <a:solidFill>
                <a:srgbClr val="C8C8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1. Contexto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2. Fase 1: Análisis Forense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3. Fase 2: Red Team y Pentesting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4. Fase 3: Blue Team y Recuperación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5. Fase 4: Plan de Respuesta a Incidentes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6. Conclusiones y 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57200" y="1010653"/>
            <a:ext cx="7315200" cy="5293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Analizar, explotar y recuperar una máquina Debian comprometida.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Servidor Debian con servicios web (WordPress).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Servicios FTP, SSH, HTTP/HTTPS.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Base de datos MariaDB.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METODOLOGÍA APLICADA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Análisis forense digital.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Pentesting ético (Red Team).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Hardening y recuperación (Blue Team).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Gestión de incidentes (NIST SP 800-61).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80262" y="917175"/>
            <a:ext cx="1188600" cy="442800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380185" y="2101802"/>
            <a:ext cx="1188600" cy="442800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80173" y="4134551"/>
            <a:ext cx="2632500" cy="442800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ndos Hombre De Negocios Para Power Point y Diapositivas Descarga Gratis -  Slidesdocs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6014" y="4455607"/>
            <a:ext cx="2557986" cy="1432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1: Análisis Forense - Hallazgos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457200" y="868680"/>
            <a:ext cx="7315200" cy="4339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Herramienta utilizada: Autopsy.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Evidencias identificadas.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Actividad maliciosa en logs de Apache2 desde el 08/10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Modificaciones de WordPress desde el 30/09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Usuarios con credenciales débiles (123456, password)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Permisos 777 en archivos críticos (www-data)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Archivos del sistema corrompidos con caracteres Unicode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Indicios de backdoor SSH (CVE-2014-6271)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Conexiones sospechosas desde IP interna 192.168.0.134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1371600" y="2030930"/>
            <a:ext cx="276725" cy="41388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2032" y="2689003"/>
            <a:ext cx="1740368" cy="1686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1: Evidencias Técnicas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65760" y="868680"/>
            <a:ext cx="7315200" cy="4370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ARCHIVOS COMPROMETIDOS DETECTADOS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/etc/cron.daily/apt-compat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/usr/lib/apt/apt.systemd.daily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/etc/cron.daily/man-db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/usr/sbin/nologin (modificado con SSH_ORIGINAL_COMMAND)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PERSISTENCIA CONFIRMADA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Scripts maliciosos ejecutándose en cron.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Modificación continua de archivos PHP de WordPress.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Backdoor activo manteniendo acceso remoto.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65760" y="1183907"/>
            <a:ext cx="3965608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365760" y="3607869"/>
            <a:ext cx="3965608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0297" y="2138446"/>
            <a:ext cx="1740368" cy="1686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2: Red Team - Reconocimiento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457200" y="731520"/>
            <a:ext cx="7315200" cy="4770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SERVICIOS IDENTIFICADOS (NMAP)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Puerto 21: FTP (vsftpd 3.0.3)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Puerto 22: SSH (OpenSSH 9.2p1)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Puerto 80: HTTP (Apache 2.4.62 + WordPress 6.9.1)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VULNERABILIDADES DETECTADAS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FTP anonymous habilitado.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SSH con credenciales por defecto (debian:123456).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Acceso root directo vía SSH.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15+ CVEs de severidad Alta/Crítica.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WordPress expuesto con directorios listables.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quipos de Seguridad Cibernética: Blue Team, Red Team y Purple Team"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2301641"/>
            <a:ext cx="28575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327259" y="1100914"/>
            <a:ext cx="3965608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27259" y="3083952"/>
            <a:ext cx="3965608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2: Vectores de Ataque Explotados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182880" y="414538"/>
            <a:ext cx="7315200" cy="550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Acceso SSH con credenciales por defecto.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Control total del sistema como root.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2. Exfiltración de bases de datos MariaDB.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Descarga completa mediante mysqldump.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3. Ataque de Denegación de Servicio (DoS).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Saturación del disco mediante inserción masiva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      Sistema completamente inoperative.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Impacto: 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Compromiso total en menos de 30 minutos.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1703671" y="1170673"/>
            <a:ext cx="231006" cy="51976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1694045" y="2709512"/>
            <a:ext cx="231006" cy="51976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 rot="-5400000">
            <a:off x="336483" y="4350218"/>
            <a:ext cx="191703" cy="32886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 rot="-5400000">
            <a:off x="336482" y="4723447"/>
            <a:ext cx="191703" cy="32886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idor moderno hackeado. Vector. Aislado.: vector de stock (libre de  regalías) 1759915811 | Shutterstock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8412" y="5066670"/>
            <a:ext cx="2541069" cy="113440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/>
          <p:nvPr/>
        </p:nvSpPr>
        <p:spPr>
          <a:xfrm rot="-5400000">
            <a:off x="5243631" y="5507673"/>
            <a:ext cx="289825" cy="54222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Potencial del Compromiso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269508" y="731520"/>
            <a:ext cx="7315200" cy="4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RIESGOS IDENTIFICADOS</a:t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Confidencialidad: Acceso a toda la información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Integridad: Modificación de servicios y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Disponibilidad: Capacidad de denegar servicio completamente.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EN UN ESCENARIO REAL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Pérdida de datos de </a:t>
            </a: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Daño reputacional grave.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Posibles sanciones legales (GDPR).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Interrupción del negocio.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269508" y="1028014"/>
            <a:ext cx="3965608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5053262" y="3431051"/>
            <a:ext cx="2800953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roducción a la Ciberseguridad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099" y="3116768"/>
            <a:ext cx="2481112" cy="2249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3: Recuperación y Hardening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327259" y="731520"/>
            <a:ext cx="7315200" cy="4370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ACCIONES DE RECUPERACIÓN</a:t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1. Restauración desde snapshot limpio.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2. Actualización completa del sistema (automatizada).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3. Sanitización de servicios: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• Cierre de FTP anonymous.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• Restricción SSH por IP autorizada.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• Limpieza de usuarios MariaDB.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4. Reparación de archivos corrompidos.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5. Reinstalación del core de WordPress.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6. Configuración de HTTPS (puerto 443).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327259" y="1100914"/>
            <a:ext cx="3965608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2171" y="2484955"/>
            <a:ext cx="1740368" cy="1686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3: Herramientas de Seguridad Implementadas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346509" y="868680"/>
            <a:ext cx="7315200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SOLUCIONES DESPLEGADAS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UFW (Firewall): Control de acceso por puertos e IPs.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ClamAV: Antivirus con escaneo completo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Wazuh Agent: Monitorización y detección de eventos.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rkhunter: Detección de rootkits y backdoors.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debsums: Verificación de integridad de paquetes.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0 amenazas detectadas post-hardening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259882" y="1245292"/>
            <a:ext cx="2897204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in virus, icono de bacterias con marca de verificación 3610190 Vector en  Vecteezy" id="174" name="Google Shape;1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129" y="342900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3: Fortalecimiento de Credenciales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336884" y="731520"/>
            <a:ext cx="7315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MEDIDAS APLICADAS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Contraseñas securizadas.</a:t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Eliminación de usuarios con acceso débil.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Configuración de AllowUsers en SSH.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Deshabilitación de autenticación por contraseña débil.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Cumplimiento con políticas de contraseñas corporativas.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240632" y="1108367"/>
            <a:ext cx="2290812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o De Bloqueo Del Sistema De Seguridad PNG ,dibujos Icono De Candado,  Icono Del Sistema De Seguridad, Icono Del Sistema PNG Imagen para Descarga  Gratuita | Pngtree" id="183" name="Google Shape;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959" y="1837674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é es NIST y su importancia en la ciberseguridad"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4100" y="1445375"/>
            <a:ext cx="4189900" cy="32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4: Plan de Respuesta a Incidentes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346510" y="868680"/>
            <a:ext cx="7315200" cy="397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Marco de referencia: NIST SP 800-61.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Fases del plan:</a:t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1. Preparación: Políticas, herramientas y equipo CSIRT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2. Detección y Análisis: Identificación y confirmación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3. Contención, Erradicación y Recuperación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4. Actividad Post-Incidente: Lecciones aprendidas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Objetivo: Reducir tiempo de respuesta de días a horas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5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4: Sistema de Gestión de Seguridad (SGSI)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457200" y="731520"/>
            <a:ext cx="7315200" cy="5170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Implementación basada en ISO 27001: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Análisis de riesgos complete.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Políticas de seguridad definidas.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Controles técnicos y organizativos.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Ciclo de mejora continua (PDCA).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Protección de datos: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Backups automáticos cifrados.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Cifrado de datos en tránsito (HTTPS/TLS).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Controles de acceso por privilegios mínimos.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Estrategia DLP (Data Loss Prevention).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usque la certificación ISO 27001: el estándar de oro en procesamiento de  datos, informática y comunicaciones | ABP TECH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2145683"/>
            <a:ext cx="21336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Resultados: Antes vs Después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341697" y="594360"/>
            <a:ext cx="7315200" cy="5570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ANTES del hardening: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3 puertos abiertos sin restricciones.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Credenciales por defecto activas.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0 herramientas de seguridad.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WordPress vulnerable y expuesto.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Tiempo de compromiso: &lt; 30 minutos.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DESPUÉS del hardening: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Firewall activo con reglas restrictivas.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Contraseñas robustas implementadas.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4 capas de monitorización y detección.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WordPress sanitizado y en HTTPS.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Plan de respuesta documentado.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idor moderno hackeado. Vector. Aislado.: vector de stock (libre de  regalías) 1759915811 | Shutterstock" id="207" name="Google Shape;2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4087" y="1650451"/>
            <a:ext cx="2136809" cy="953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 De Bloqueo Del Sistema De Seguridad PNG ,dibujos Icono De Candado,  Icono Del Sistema De Seguridad, Icono Del Sistema PNG Imagen para Descarga  Gratuita | Pngtree" id="208" name="Google Shape;2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2252" y="4263242"/>
            <a:ext cx="1459731" cy="145973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/>
          <p:nvPr/>
        </p:nvSpPr>
        <p:spPr>
          <a:xfrm flipH="1">
            <a:off x="6428171" y="2820485"/>
            <a:ext cx="548640" cy="140566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0000">
                  <a:alpha val="98823"/>
                </a:srgbClr>
              </a:gs>
              <a:gs pos="74000">
                <a:srgbClr val="8CB3E3"/>
              </a:gs>
              <a:gs pos="83000">
                <a:srgbClr val="00B0F0"/>
              </a:gs>
              <a:gs pos="100000">
                <a:srgbClr val="00B0F0"/>
              </a:gs>
            </a:gsLst>
            <a:lin ang="5400000" scaled="0"/>
          </a:gra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de Mejora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346509" y="731520"/>
            <a:ext cx="7315200" cy="4770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INDICADORES CLAVE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Reducción de superficie de ataque: 75%.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Vulnerabilidades críticas corregidas: 100%.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Tiempo estimado de detección: De N/A a &lt; 5 minutos.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Usuarios con acceso privilegiado: De 3 a 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Servicios con autenticación débil: De 3 a 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Cumplimiento: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Alineado con NIST SP 800-61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Preparado para certificación ISO 27001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240632" y="1108367"/>
            <a:ext cx="2290812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🆗 Botón Ok Emoji: Significado y Uso" id="218" name="Google Shape;2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392" y="3949190"/>
            <a:ext cx="1552826" cy="155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Recomendaciones Estratégicas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365760" y="594360"/>
            <a:ext cx="7315200" cy="5570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CORTO PLAZO(1-3 MESES)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Implementar autenticación multifactor (MFA).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Capacitación en concienciación de seguridad.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Auditoría externa de seguridad.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MEDIO PLAZO (3-6 MESES)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Certificación ISO 27001.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Implementación de SIEM centralizado.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Plan de continuidad de negocio (BCP).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LARGO PLAZO (6-12 MESES</a:t>
            </a: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Programa de Bug Bounty.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Red Team interno permanente.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45 mil resultados de imágenes, fotos de stock e ilustraciones libres de  regalías para Clock watch cartoon | Shutterstock" id="226" name="Google Shape;2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3595" y="2357437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240632" y="731520"/>
            <a:ext cx="7315200" cy="5755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HALLAZGOS PRINCIPALES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El sistema estaba completamente expuesto.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Configuraciones inseguras facilitaron el compromiso total.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La mayoría de ataques no requieren exploits complejos.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LOGROS ALCANZADOS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Sistema completamente recuperado y reforzado.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Plan de respuesta a incidentes documentado.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✔"/>
            </a:pPr>
            <a:r>
              <a:rPr b="0" i="0" lang="en-US" sz="16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Base sólida para un SGSI robusto.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La ciberseguridad no es un estado, es un proceso continuo.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240632" y="1108367"/>
            <a:ext cx="2290812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240632" y="3087678"/>
            <a:ext cx="2290812" cy="435026"/>
          </a:xfrm>
          <a:prstGeom prst="rect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xclamación Marque Ilustración Cómica Símbolo Pop Con Explosión Y Estrellas  PNG ,dibujos Signo De Exclamación, Cómic, Arte Pop PNG Imagen para Descarga  Gratuita | Pngtree" id="236" name="Google Shape;2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3225" y="5372900"/>
            <a:ext cx="1194704" cy="1194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presario sosteniendo una lupa y haciendo investigación | Vector Premium" id="237" name="Google Shape;23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4561" y="1407498"/>
            <a:ext cx="1232034" cy="12320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ro - Iconos gratis de comercio y compras" id="238" name="Google Shape;23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2673" y="3426971"/>
            <a:ext cx="1075809" cy="1075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7E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