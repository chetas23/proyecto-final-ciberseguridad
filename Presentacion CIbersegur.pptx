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Forense y Respuesta a Incidentes de Ciberseguridad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Proyecto Final - Bootcamp Ciberseguridad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Contexto del Proyecto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Fase 1: Análisis Forense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Fase 2: Red Team y Pentesting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Fase 3: Blue Team y Recuperación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5. Fase 4: Plan de Respuesta a Incidentes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6. Conclusiones y Recomendaciones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Objetivo: Analizar, explotar y recuperar una máquina Debian comprometida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Servidor Debian con servicios web (WordPress)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Servicios FTP, SSH, HTTP/HTTPS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Base de datos MariaDB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Metodología aplicada: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Análisis forense digital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Pentesting ético (Red Team)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Hardening y recuperación (Blue Team)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Gestión de incidentes (NIST SP 800-61)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1: Análisis Forense - Hallazgos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Herramienta utilizada: Autopsy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Evidencias identificadas: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Actividad maliciosa en logs de Apache2 desde el 08/10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Modificaciones de WordPress desde el 30/09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Usuarios con credenciales débiles (123456, password)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Permisos 777 en archivos críticos (www-data)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Archivos del sistema corrompidos con caracteres Unicode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Indicios de backdoor SSH (CVE-2014-6271)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Conexiones sospechosas desde IP interna 192.168.0.134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1: Evidencias Técnicas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Archivos comprometidos detectados: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/etc/cron.daily/apt-compat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/usr/lib/apt/apt.systemd.daily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/etc/cron.daily/man-db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/usr/sbin/nologin (modificado con SSH_ORIGINAL_COMMAND)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Persistencia confirmada: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Scripts maliciosos ejecutándose en cron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Modificación continua de archivos PHP de WordPress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Backdoor activo manteniendo acceso remoto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2: Red Team - Reconocimiento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Servicios identificados (Nmap):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21: FTP (vsftpd 3.0.3)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22: SSH (OpenSSH 9.2p1)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Puerto 80: HTTP (Apache 2.4.62 + WordPress 6.9.1)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Vulnerabilidades detectadas: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FTP anonymous habilitado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SSH con credenciales por defecto (debian:123456)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Acceso root directo vía SSH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15+ CVEs de severidad Alta/Crítica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expuesto con directorios listables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2: Vectores de Ataque Explotados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Acceso SSH con credenciales por defecto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→ Control total del sistema como root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Exfiltración de bases de datos MariaDB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→ Descarga completa mediante mysqldump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Ataque de Denegación de Servicio (DoS)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→ Saturación del disco mediante inserción masiva de datos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→ Sistema completamente inoperativo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Impacto: Compromiso total en menos de 30 minutos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Potencial del Compromiso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Riesgos identificados: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Confidencialidad: Acceso a toda la información del sistema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Integridad: Modificación de servicios y datos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Disponibilidad: Capacidad de denegar servicio completamente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En un escenario real: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Pérdida de datos de clientes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Daño reputacional grave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Posibles sanciones legales (GDPR)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Interrupción del negocio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Recuperación y Hardening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Acciones de recuperación: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Restauración desde snapshot limpio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Actualización completa del sistema (automatizada)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Sanitización de servicios: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Cierre de FTP anonymous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Restricción SSH por IP autorizada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 • Limpieza de usuarios MariaDB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Reparación de archivos corrompidos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5. Reinstalación del core de WordPress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6. Configuración de HTTPS (puerto 443)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Herramientas de Seguridad Implementadas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Soluciones desplegadas: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UFW (Firewall): Control de acceso por puertos e IPs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ClamAV: Antivirus con escaneo completo del sistema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Wazuh Agent: Monitorización y detección de eventos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rkhunter: Detección de rootkits y backdoors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debsums: Verificación de integridad de paquetes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Resultado: 0 amenazas detectadas post-hardening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3: Fortalecimiento de Credenciales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Medidas aplicadas: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Contraseña root: XiBdFE732-IA366!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Contraseña debian: UN-GRAN-FINAL26!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Contraseña wordpressuser: SiMoN-E1-ImPoStOr23!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Eliminación de usuarios con acceso débil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Configuración de AllowUsers en SSH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Deshabilitación de autenticación por contraseña débil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Cumplimiento con políticas de contraseñas corporativas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4: Plan de Respuesta a Incidentes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Marco de referencia: NIST SP 800-61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Fases del plan: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1. Preparación: Políticas, herramientas y equipo CSIRT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2. Detección y Análisis: Identificación y confirmación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3. Contención, Erradicación y Recuperación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4. Actividad Post-Incidente: Lecciones aprendidas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Objetivo: Reducir tiempo de respuesta de días a horas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4: Sistema de Gestión de Seguridad (SGSI)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Implementación basada en ISO 27001: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Análisis de riesgos completo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Políticas de seguridad definidas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Controles técnicos y organizativos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Ciclo de mejora continua (PDCA)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Protección de datos: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Backups automáticos cifrados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Cifrado de datos en tránsito (HTTPS/TLS)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Controles de acceso por privilegios mínimos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Estrategia DLP (Data Loss Prevention)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Resultados: Antes vs Después</a:t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ANTES del hardening: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3 puertos abiertos sin restricciones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Credenciales por defecto activas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0 herramientas de seguridad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vulnerable y expuesto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Tiempo de compromiso: &lt; 30 minutos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DESPUÉS del hardening: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Firewall activo con reglas restrictivas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Contraseñas robustas implementadas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4 capas de monitorización y detección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WordPress sanitizado y en HTTPS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Plan de respuesta documentado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de Mejora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Indicadores clave: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Reducción de superficie de ataque: 75%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Vulnerabilidades críticas corregidas: 100%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Tiempo estimado de detección: De N/A a &lt; 5 minutos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Usuarios con acceso privilegiado: De 3 a 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Servicios con autenticación débil: De 3 a 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Cumplimiento: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Alineado con NIST SP 800-61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Preparado para certificación ISO 27001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Recomendaciones Estratégicas</a:t>
            </a:r>
            <a:endParaRPr/>
          </a:p>
        </p:txBody>
      </p:sp>
      <p:sp>
        <p:nvSpPr>
          <p:cNvPr id="190" name="Google Shape;190;p28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Corto plazo (1-3 meses):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Implementar autenticación multifactor (MFA)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Capacitación en concienciación de seguridad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Auditoría externa de seguridad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Medio plazo (3-6 meses):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Certificación ISO 27001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Implementación de SIEM centralizado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Plan de continuidad de negocio (BCP)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Largo plazo (6-12 meses):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Programa de Bug Bounty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Red Team interno permanente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197" name="Google Shape;197;p29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Hallazgos principales: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El sistema estaba completamente expuesto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Configuraciones inseguras facilitaron el compromiso total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La mayoría de ataques no requieren exploits complejos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Logros alcanzados: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Sistema completamente recuperado y reforzado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Plan de respuesta a incidentes documentado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  • Base sólida para un SGSI robusto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La ciberseguridad no es un estado, es un proceso continuo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7E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